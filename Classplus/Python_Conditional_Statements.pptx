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Conditional Statements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if, elif, else, Nested Conditions, and Short-hand if/else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Conditional statements control the flow of execution based on conditions.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They allow a program to make decisions and execute specific code blocks.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Common keywords: if, elif, else.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if, elif,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if: Executes a block of code if the condition is True.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elif: Checks another condition if the previous ones are False.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else: Executes a block if all conditions are False.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Example: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age = 18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if age &gt; 18: print('Adult')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elif age == 18: print('Just turned adult')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else: print('Minor')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Placing one conditional statement inside another.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Useful for checking multiple related conditions.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Example: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num = 10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if num &gt; 0: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  if num % 2 == 0: print('Positive Even')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    else: print('Positive Odd')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else: print('Non-positive number')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Short-hand if/else (Ternary Operator)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Single-line conditional expression for quick decisions.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Syntax: value_if_true if condition else value_if_false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Example: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age = 20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status = 'Adult' if age &gt;= 18 else 'Minor'</a:t>
            </a:r>
          </a:p>
          <a:p>
            <a:pPr>
              <a:defRPr sz="1400">
                <a:solidFill>
                  <a:srgbClr val="000000"/>
                </a:solidFill>
                <a:latin typeface="Calibri"/>
              </a:defRPr>
            </a:pPr>
            <a:r>
              <a:t>print(status)  # Output: Adult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